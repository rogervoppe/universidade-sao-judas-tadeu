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  <p:embeddedFont>
      <p:font typeface="Urbanist SemiBold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4291DE-9567-404B-8771-958D91E0B0CF}">
  <a:tblStyle styleId="{EA4291DE-9567-404B-8771-958D91E0B0C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pp.plcsimulator.online/gOjG3Igc5yVI4p8rna39" TargetMode="Externa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37025" y="762100"/>
            <a:ext cx="8283900" cy="14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lt1"/>
                </a:solidFill>
              </a:rPr>
              <a:t>SISTEMA AUTOMATIZADO</a:t>
            </a:r>
            <a:endParaRPr sz="2900" b="1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lt1"/>
                </a:solidFill>
              </a:rPr>
              <a:t> DE </a:t>
            </a:r>
            <a:endParaRPr sz="2900" b="1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lt1"/>
                </a:solidFill>
              </a:rPr>
              <a:t>CONTROLE DE ESTACIONAMENTO</a:t>
            </a:r>
            <a:r>
              <a:rPr lang="en-US" sz="2100" b="1">
                <a:solidFill>
                  <a:schemeClr val="lt1"/>
                </a:solidFill>
              </a:rPr>
              <a:t> 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0950" y="2772075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Projeto A3 | Sistemas Automatizados | USJT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0950" y="3676226"/>
            <a:ext cx="110301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Grupo: </a:t>
            </a:r>
            <a:endParaRPr sz="1350" b="0" i="0" u="none" strike="noStrike" cap="none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DAVID MEIRA VIANA R.A 824213130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JEORGE SANTOS GOMES R.A 824218501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ROGER GUILHERME VOPPE PEREIRA R.A 82423889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RAFAEL NASCIMENTO DA SILVA R.A 824130115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NICOLAS THEODOR SILVA CARVALHO R.A 824212148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60290"/>
            <a:ext cx="3486150" cy="2527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60290"/>
            <a:ext cx="3486150" cy="2527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4825" y="2560290"/>
            <a:ext cx="3486150" cy="252784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76300" y="3503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Fluxo Crítico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396999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Gestão ineficiente de entrada e saída causa gargalos em horários de pico e insatisfação do usuário.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48200" y="3503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Segurança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48200" y="396999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Risco de acidentes nas cancelas e necessidade de proteção anti-esmagamento confiável.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20100" y="3503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Dados Reais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0100" y="396999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Dificuldade em manter contagem precisa de vagas disponíveis sem sensores de posicionamento.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" y="288414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28841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0100" y="288414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DESAFIOS URBANOS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26670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O Padrão Industrial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3133725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Utilização de Controladores Lógicos Programáveis para controle em tempo real.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41066"/>
            <a:ext cx="5229225" cy="292834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3872805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Ladder Logic: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Estrutura visual intuitiva.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1025" y="4289970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Instruções: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CTU, CTD e Temporizadores TOF.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4707135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Confiabilidade: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Resposta determinística.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91566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33283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74999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CLP E LINGUAGEM LADDER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192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688109"/>
            <a:ext cx="5229225" cy="1478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19288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81750" y="2482304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Especificações Técnicas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81750" y="2949029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Estacionamento automatizado com foco em robustez lógica e segurança física.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72250" y="3878609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Capacidade:</a:t>
            </a:r>
            <a:r>
              <a:rPr lang="en-US" sz="1350" b="0" i="0" u="none" strike="noStrike" cap="non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20 Vagas nominais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72250" y="415290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Sensores:</a:t>
            </a:r>
            <a:r>
              <a:rPr lang="en-US" sz="1350" b="0" i="0" u="none" strike="noStrike" cap="non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Indutivos e de Presença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72250" y="442719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Cancelas:</a:t>
            </a:r>
            <a:r>
              <a:rPr lang="en-US" sz="1350" b="0" i="0" u="none" strike="noStrike" cap="non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Acionamento por Motores de Passo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470148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Segurança:</a:t>
            </a:r>
            <a:r>
              <a:rPr lang="en-US" sz="1350" b="0" i="0" u="none" strike="noStrike" cap="non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Sistema Anti-esmagamento redundante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ESCOPO DO PROJETO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17"/>
          <p:cNvGraphicFramePr/>
          <p:nvPr/>
        </p:nvGraphicFramePr>
        <p:xfrm>
          <a:off x="581025" y="22002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{EA4291DE-9567-404B-8771-958D91E0B0CF}</a:tableStyleId>
              </a:tblPr>
              <a:tblGrid>
                <a:gridCol w="356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3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Tipo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Função no Sistema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Sensores de Entrada/Saída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(I)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Detecção inicial de aproximação do veículo.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Sensores de Posicionamento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(I)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Confirmação física de passagem para contagem.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Sensores de Segurança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(I)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Proteção anti-esmagamento (Contatos NF).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Motores das Cancelas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Output (Q)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Movimentação física das hastes de acesso.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Sinalização (Luzes/Alarmes)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Output (Q)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Feedback visual de lotação e emergência.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5" name="Google Shape;145;p17"/>
          <p:cNvSpPr/>
          <p:nvPr/>
        </p:nvSpPr>
        <p:spPr>
          <a:xfrm>
            <a:off x="581025" y="2800350"/>
            <a:ext cx="3568451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149476" y="2800350"/>
            <a:ext cx="1689496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838973" y="2800350"/>
            <a:ext cx="5772001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81025" y="3376612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149476" y="3376612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838973" y="3376612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81025" y="3938587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149476" y="3938587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38973" y="3938587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81025" y="4500562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149476" y="4500562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838973" y="4500562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81025" y="5062537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4149476" y="5062537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838973" y="5062537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81025" y="5624512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149476" y="5624512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838973" y="5624512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MAPEAMENTO DE HARDWARE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4909095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"O uso do sensor de posicionamento evita contagens falsas por desistência."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81025" y="351279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20362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Detecção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entrada detecta veículo.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3388131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Validação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448794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Verifica vagas e estado de emergência.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255900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Ação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316563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Cancela abre e temporizador TOF inicia.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123670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Confirmação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184332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posição valida incremento (CTU).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LÓGICA: CICLO DE ENTRADA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699021" y="30365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566791" y="30365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434560" y="30365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0302329" y="30365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581025" y="3888134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520362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Solicitação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81025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saída detecta veículo parado.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388131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Estoque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448794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Valida se há carros no interior (CV &gt; 0).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255900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Passagem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16563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Haste sobe com segurança ativa.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123670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Baixa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184332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posição valida decremento (CTD).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LÓGICA: CICLO DE SAÍDA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699021" y="34118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566791" y="34118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434560" y="34118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10302329" y="34118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1266825" y="2876550"/>
            <a:ext cx="35242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1266825" y="4495800"/>
            <a:ext cx="3524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Disponibilidade de Intertravamento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162675" y="2391816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Anti-esmagamento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162675" y="2858541"/>
            <a:ext cx="47625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Implementação de lógica com contatos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Normalmente Fechados (NF)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nos sensores de segurança. Caso o feixe seja interrompido, a lógica de fechamento é instantaneamente cortada.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162675" y="4241452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Botão de Emergência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162675" y="4708177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Interrompe todas as rungs de solicitação de motor, garantindo imobilização total do sistema em situações críticas.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SEGURANÇA OPERACIONAL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371600"/>
            <a:ext cx="1102995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81025" y="4591942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sistema alterna sinalização luminosa (Verde/Vermelho) automaticamente via Rungs 3 e 4.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GERENCIAMENTO DE CAPACIDADE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9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771525" y="581025"/>
            <a:ext cx="49906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SIMULAÇÃO DE SUCESSO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81025" y="2747962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Validação PLC Online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81025" y="3214687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sistema foi exaustivamente testado no simulador, apresentando: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42950" y="3905190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71525" y="3906142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Precisão de contagem de 100%.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42950" y="4274730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71525" y="4275683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Funcionamento perfeito dos selos de motor.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42950" y="4644270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771525" y="4645223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Resposta imediata ao sensor de segurança.</a:t>
            </a:r>
            <a:endParaRPr/>
          </a:p>
        </p:txBody>
      </p:sp>
      <p:pic>
        <p:nvPicPr>
          <p:cNvPr id="243" name="Google Shape;24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628650" y="5254831"/>
            <a:ext cx="49434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  <a:hlinkClick r:id="rId5"/>
              </a:rPr>
              <a:t>https://app.plcsimulator.online/gOjG3Igc5yVI4p8rna39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962025" y="267771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Objetivo Alcançado: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Controle de fluxo e segurança simulados com sucesso em lógica Ladder.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62025" y="3251001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Integração: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Estrutura pronta para conexão com sensores industriais reais (Indutivos/IR).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962025" y="3824287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Escalabilidade: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Possibilidade de integrar com banco de dados e controle por placa (OCR/RFID).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962025" y="4397573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Aprendizado: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Consolidação de conceitos de sistemas discretos e lógica de controle industrial.</a:t>
            </a:r>
            <a:endParaRPr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2057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9386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67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440435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CONCLUSÃO E FUTURO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18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" y="-67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1" y="2572775"/>
            <a:ext cx="115815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Agradecemos a atenção!</a:t>
            </a:r>
            <a:endParaRPr sz="3700" b="1">
              <a:solidFill>
                <a:srgbClr val="64FFD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FIM!</a:t>
            </a:r>
            <a:endParaRPr sz="3700" b="1">
              <a:solidFill>
                <a:srgbClr val="64FFD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3700" b="1">
              <a:solidFill>
                <a:srgbClr val="64FFD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581025" y="4078780"/>
            <a:ext cx="11030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Universidade São Judas Tadeu | Engenharia de Software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Widescreen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Urbanist SemiBold</vt:lpstr>
      <vt:lpstr>Arial</vt:lpstr>
      <vt:lpstr>Urbanist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Roger Guilherme Voppe Pereira</cp:lastModifiedBy>
  <cp:revision>1</cp:revision>
  <dcterms:modified xsi:type="dcterms:W3CDTF">2026-06-10T02:23:30Z</dcterms:modified>
</cp:coreProperties>
</file>