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B29BED-6A0C-4156-8B12-2FB89D79E00D}">
  <a:tblStyle styleId="{ECB29BED-6A0C-4156-8B12-2FB89D79E0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37025" y="762100"/>
            <a:ext cx="82839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SISTEMA AUTOMATIZADO</a:t>
            </a:r>
            <a:endParaRPr b="1" sz="2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 DE </a:t>
            </a:r>
            <a:endParaRPr b="1" sz="2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CONTROLE DE ESTACIONAMENTO</a:t>
            </a:r>
            <a:r>
              <a:rPr b="1" lang="en-US" sz="2100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0950" y="2772075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Projeto A3 | Sistemas Automatizados | USJT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0950" y="3676226"/>
            <a:ext cx="110301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Grupo: </a:t>
            </a:r>
            <a:endParaRPr b="0" i="0" sz="1350" u="none" cap="none" strike="noStrike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DAVID MEIRA VIANA R.A 824213130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JEORGE SANTOS GOMES R.A 824218501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ROGER GUILHERME VOPPE PEREIRA R.A 82423889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RAFAEL NASCIMENTO DA SILVA R.A 824130115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NICOLAS THEODOR SILVA CARVALHO R.A 824212148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763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Fluxo Crítico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Gestão ineficiente de entrada e saída causa gargalos em horários de pico e insatisfação do usuário.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482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Segurança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82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Risco de acidentes nas cancelas e necessidade de proteção anti-esmagamento confiável.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01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Dados Reais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Dificuldade em manter contagem precisa de vagas disponíveis sem sensores de posicionamento.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88414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28841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0100" y="288414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DESAFIOS URBANOS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26670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O Padrão Industrial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3133725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Utilização de Controladores Lógicos Programáveis para controle em tempo real.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41066"/>
            <a:ext cx="5229225" cy="292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3872805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Ladder Logic: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Estrutura visual intuitiva.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4289970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Instruções: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CTU, CTD e Temporizadores TOF.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4707135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Confiabilidade: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Resposta determinística.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1566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3283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74999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CLP E LINGUAGEM LADDER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192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688109"/>
            <a:ext cx="5229225" cy="1478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9288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81750" y="2482304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Especificações Técnicas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81750" y="2949029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Estacionamento automatizado com foco em robustez lógica e segurança física.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72250" y="3878609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Capacidade: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20 Vagas nominais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72250" y="415290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Sensores: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Indutivos e de Presença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72250" y="442719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Cancelas: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Acionamento por Motores de Passo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470148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Segurança: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Sistema Anti-esmagamento redundante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ESCOPO DO PROJETO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17"/>
          <p:cNvGraphicFramePr/>
          <p:nvPr/>
        </p:nvGraphicFramePr>
        <p:xfrm>
          <a:off x="581025" y="2200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{ECB29BED-6A0C-4156-8B12-2FB89D79E00D}</a:tableStyleId>
              </a:tblPr>
              <a:tblGrid>
                <a:gridCol w="3568450"/>
                <a:gridCol w="1689500"/>
                <a:gridCol w="5772000"/>
              </a:tblGrid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Função no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Entrada/Saída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Detecção inicial de aproximação do veículo.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Posicionamento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Confirmação física de passagem para contagem.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Segurança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Proteção anti-esmagamento (Contatos NF).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Motores das Cancelas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Output (Q)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Movimentação física das hastes de acesso.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Sinalização (Luzes/Alarmes)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Output (Q)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Feedback visual de lotação e emergência.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17"/>
          <p:cNvSpPr/>
          <p:nvPr/>
        </p:nvSpPr>
        <p:spPr>
          <a:xfrm>
            <a:off x="581025" y="2800350"/>
            <a:ext cx="3568451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149476" y="2800350"/>
            <a:ext cx="1689496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38973" y="2800350"/>
            <a:ext cx="5772001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1025" y="337661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149476" y="337661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38973" y="337661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81025" y="3938587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149476" y="3938587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38973" y="3938587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81025" y="450056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149476" y="450056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838973" y="450056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1025" y="5062537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149476" y="5062537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838973" y="5062537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81025" y="562451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149476" y="562451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838973" y="562451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MAPEAMENTO DE HARDWARE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4909095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"O uso do sensor de posicionamento evita contagens falsas por desistência."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81025" y="351279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20362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Detecção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entrada detecta veículo.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388131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Validação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448794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Verifica vagas e estado de emergência.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255900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Ação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316563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Cancela abre e temporizador TOF inicia.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123670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Confirmação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184332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posição valida incremento (CTU).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LÓGICA: CICLO DE ENTRADA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699021" y="303654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566791" y="303654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434560" y="303654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0302329" y="303654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581025" y="3888134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20362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Solicitação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81025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saída detecta veículo parado.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388131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Estoque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448794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 se há carros no interior (CV &gt; 0).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255900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Passagem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16563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Haste sobe com segurança ativa.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123670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Baixa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184332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posição valida decremento (CTD).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LÓGICA: CICLO DE SAÍDA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699021" y="341188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566791" y="341188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434560" y="341188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10302329" y="341188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266825" y="2876550"/>
            <a:ext cx="35242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1266825" y="4495800"/>
            <a:ext cx="3524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Disponibilidade de Intertravamento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162675" y="2391816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Anti-esmagamento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162675" y="2858541"/>
            <a:ext cx="47625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Implementação de lógica com contatos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Normalmente Fechados (NF)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nos sensores de segurança. Caso o feixe seja interrompido, a lógica de fechamento é instantaneamente cortada.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162675" y="4241452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Botão de Emergência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162675" y="4708177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Interrompe todas as rungs de solicitação de motor, garantindo imobilização total do sistema em situações críticas.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SEGURANÇA OPERACIONAL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1102995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4591942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sistema alterna sinalização luminosa (Verde/Vermelho) automaticamente via Rungs 3 e 4.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GERENCIAMENTO DE CAPACIDADE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771525" y="581025"/>
            <a:ext cx="49906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SIMULAÇÃO DE SUCESSO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81025" y="2747962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Validação PLC Online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81025" y="3214687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sistema foi exaustivamente testado no simulador, apresentando: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42950" y="390519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71525" y="3906142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Precisão de contagem de 100%.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42950" y="427473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71525" y="4275683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Funcionamento perfeito dos selos de motor.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42950" y="464427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771525" y="4645223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Resposta imediata ao sensor de segurança.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81063" y="5245687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https://app.plcsimulator.online/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962025" y="267771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Objetivo Alcançado: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Controle de fluxo e segurança simulados com sucesso em lógica Ladder.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62025" y="3251001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Integração: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Estrutura pronta para conexão com sensores industriais reais (Indutivos/IR).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62025" y="3824287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Escalabilidade: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Possibilidade de integrar com banco de dados e controle por placa (OCR/RFID).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962025" y="4397573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Aprendizado: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Consolidação de conceitos de sistemas discretos e lógica de controle industrial.</a:t>
            </a:r>
            <a:endParaRPr/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2057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9386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67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4043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CONCLUSÃO E FUTURO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-67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1" y="2572775"/>
            <a:ext cx="11581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Agradecemos a atenção!</a:t>
            </a:r>
            <a:endParaRPr b="1" sz="3700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FIM!</a:t>
            </a:r>
            <a:endParaRPr b="1" sz="3700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3700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81025" y="4078780"/>
            <a:ext cx="11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Universidade São Judas Tadeu | Engenharia de Software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